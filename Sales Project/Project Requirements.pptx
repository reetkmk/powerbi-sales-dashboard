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4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7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5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62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45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6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3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48" name="Rectangle 47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00AD0E-B8D2-490F-8BE8-74AE27121C95}"/>
              </a:ext>
            </a:extLst>
          </p:cNvPr>
          <p:cNvSpPr txBox="1"/>
          <p:nvPr/>
        </p:nvSpPr>
        <p:spPr>
          <a:xfrm>
            <a:off x="1683171" y="1169773"/>
            <a:ext cx="8825658" cy="28701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u="sng">
                <a:latin typeface="+mj-lt"/>
                <a:ea typeface="+mj-ea"/>
                <a:cs typeface="+mj-cs"/>
              </a:rPr>
              <a:t>ElectroHub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692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FAA0EC-FB17-D52E-204F-2D1A90843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31545"/>
              </p:ext>
            </p:extLst>
          </p:nvPr>
        </p:nvGraphicFramePr>
        <p:xfrm>
          <a:off x="2699074" y="1284394"/>
          <a:ext cx="6889021" cy="4283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89021">
                  <a:extLst>
                    <a:ext uri="{9D8B030D-6E8A-4147-A177-3AD203B41FA5}">
                      <a16:colId xmlns:a16="http://schemas.microsoft.com/office/drawing/2014/main" val="3587176226"/>
                    </a:ext>
                  </a:extLst>
                </a:gridCol>
              </a:tblGrid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Electronics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2092884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Footwear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2374557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Clothing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88895913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Home Appliances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1432528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Accessories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824281318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Kitchenware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4506434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Bags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9755747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Personal Care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61795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74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C7B80-E2A1-F7C6-AE89-CBA342DCC72D}"/>
              </a:ext>
            </a:extLst>
          </p:cNvPr>
          <p:cNvSpPr txBox="1"/>
          <p:nvPr/>
        </p:nvSpPr>
        <p:spPr>
          <a:xfrm>
            <a:off x="727587" y="1229032"/>
            <a:ext cx="9448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1) Top/Bottom 5 product by Sales/Profit/Quantity Sold.</a:t>
            </a:r>
            <a:b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2)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How do sales trends vary over time </a:t>
            </a: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(daily, monthly, quarterly, annually)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?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3) Show relationship between sales &amp; profit.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4) Compare sales/profit/quantity sold between any two periods selected by the user.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5) Average discount offered in each discount category.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6) Total number of orders.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7) Show Sales/Profit/Discount/Net Sales/All remaining fields for each order that could be filtered using visual filters. (Product/Date/Customer ID/Promotion Categories)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8) Show sales by different cities.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IN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31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188</TotalTime>
  <Words>143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Aparajita</vt:lpstr>
      <vt:lpstr>Arial</vt:lpstr>
      <vt:lpstr>Calibri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Git</dc:creator>
  <cp:lastModifiedBy>Reet Karmakar</cp:lastModifiedBy>
  <cp:revision>39</cp:revision>
  <dcterms:created xsi:type="dcterms:W3CDTF">2024-07-03T21:35:18Z</dcterms:created>
  <dcterms:modified xsi:type="dcterms:W3CDTF">2025-12-01T17:09:34Z</dcterms:modified>
</cp:coreProperties>
</file>